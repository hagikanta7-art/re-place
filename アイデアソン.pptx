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54407-814B-42BE-8C75-D6763BC7EEA5}" v="124" dt="2026-09-09T08:05:41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歓太 萩原" userId="91ec04262d94eeb6" providerId="LiveId" clId="{07D29D2F-5D06-4A3B-97CE-3C7CAB3B4D61}"/>
    <pc:docChg chg="custSel addSld modSld">
      <pc:chgData name="歓太 萩原" userId="91ec04262d94eeb6" providerId="LiveId" clId="{07D29D2F-5D06-4A3B-97CE-3C7CAB3B4D61}" dt="2026-09-09T08:05:41.078" v="822"/>
      <pc:docMkLst>
        <pc:docMk/>
      </pc:docMkLst>
      <pc:sldChg chg="modSp new mod">
        <pc:chgData name="歓太 萩原" userId="91ec04262d94eeb6" providerId="LiveId" clId="{07D29D2F-5D06-4A3B-97CE-3C7CAB3B4D61}" dt="2026-09-09T08:00:05.835" v="478" actId="20577"/>
        <pc:sldMkLst>
          <pc:docMk/>
          <pc:sldMk cId="4054577072" sldId="256"/>
        </pc:sldMkLst>
        <pc:spChg chg="mod">
          <ac:chgData name="歓太 萩原" userId="91ec04262d94eeb6" providerId="LiveId" clId="{07D29D2F-5D06-4A3B-97CE-3C7CAB3B4D61}" dt="2026-09-09T08:00:05.835" v="478" actId="20577"/>
          <ac:spMkLst>
            <pc:docMk/>
            <pc:sldMk cId="4054577072" sldId="256"/>
            <ac:spMk id="2" creationId="{58DB263D-12D5-4256-D990-D1B6C62BE3D0}"/>
          </ac:spMkLst>
        </pc:spChg>
        <pc:spChg chg="mod">
          <ac:chgData name="歓太 萩原" userId="91ec04262d94eeb6" providerId="LiveId" clId="{07D29D2F-5D06-4A3B-97CE-3C7CAB3B4D61}" dt="2026-09-09T07:51:31.364" v="124"/>
          <ac:spMkLst>
            <pc:docMk/>
            <pc:sldMk cId="4054577072" sldId="256"/>
            <ac:spMk id="3" creationId="{40F448C0-C117-5482-308C-2222573CD9C3}"/>
          </ac:spMkLst>
        </pc:spChg>
      </pc:sldChg>
      <pc:sldChg chg="modSp new mod">
        <pc:chgData name="歓太 萩原" userId="91ec04262d94eeb6" providerId="LiveId" clId="{07D29D2F-5D06-4A3B-97CE-3C7CAB3B4D61}" dt="2026-09-09T08:05:41.078" v="822"/>
        <pc:sldMkLst>
          <pc:docMk/>
          <pc:sldMk cId="619439699" sldId="257"/>
        </pc:sldMkLst>
        <pc:spChg chg="mod">
          <ac:chgData name="歓太 萩原" userId="91ec04262d94eeb6" providerId="LiveId" clId="{07D29D2F-5D06-4A3B-97CE-3C7CAB3B4D61}" dt="2026-09-09T07:53:52.720" v="194"/>
          <ac:spMkLst>
            <pc:docMk/>
            <pc:sldMk cId="619439699" sldId="257"/>
            <ac:spMk id="2" creationId="{ED4E079D-2616-9DE5-46B4-D41D464D3151}"/>
          </ac:spMkLst>
        </pc:spChg>
        <pc:spChg chg="mod">
          <ac:chgData name="歓太 萩原" userId="91ec04262d94eeb6" providerId="LiveId" clId="{07D29D2F-5D06-4A3B-97CE-3C7CAB3B4D61}" dt="2026-09-09T08:05:41.078" v="822"/>
          <ac:spMkLst>
            <pc:docMk/>
            <pc:sldMk cId="619439699" sldId="257"/>
            <ac:spMk id="3" creationId="{CEA81893-D591-6A9A-977D-FB40F2A19B77}"/>
          </ac:spMkLst>
        </pc:spChg>
      </pc:sldChg>
      <pc:sldChg chg="modSp new mod">
        <pc:chgData name="歓太 萩原" userId="91ec04262d94eeb6" providerId="LiveId" clId="{07D29D2F-5D06-4A3B-97CE-3C7CAB3B4D61}" dt="2026-09-09T07:57:51.046" v="450"/>
        <pc:sldMkLst>
          <pc:docMk/>
          <pc:sldMk cId="3716017760" sldId="258"/>
        </pc:sldMkLst>
        <pc:spChg chg="mod">
          <ac:chgData name="歓太 萩原" userId="91ec04262d94eeb6" providerId="LiveId" clId="{07D29D2F-5D06-4A3B-97CE-3C7CAB3B4D61}" dt="2026-09-09T07:57:02.835" v="357" actId="20577"/>
          <ac:spMkLst>
            <pc:docMk/>
            <pc:sldMk cId="3716017760" sldId="258"/>
            <ac:spMk id="2" creationId="{2B7CB300-E463-060D-F7AD-EE80A562ED6F}"/>
          </ac:spMkLst>
        </pc:spChg>
        <pc:spChg chg="mod">
          <ac:chgData name="歓太 萩原" userId="91ec04262d94eeb6" providerId="LiveId" clId="{07D29D2F-5D06-4A3B-97CE-3C7CAB3B4D61}" dt="2026-09-09T07:57:51.046" v="450"/>
          <ac:spMkLst>
            <pc:docMk/>
            <pc:sldMk cId="3716017760" sldId="258"/>
            <ac:spMk id="3" creationId="{6BAE4C42-D9FE-2E88-898A-EFF08ABD8693}"/>
          </ac:spMkLst>
        </pc:spChg>
      </pc:sldChg>
      <pc:sldChg chg="modSp new mod">
        <pc:chgData name="歓太 萩原" userId="91ec04262d94eeb6" providerId="LiveId" clId="{07D29D2F-5D06-4A3B-97CE-3C7CAB3B4D61}" dt="2026-09-09T08:01:58.937" v="648"/>
        <pc:sldMkLst>
          <pc:docMk/>
          <pc:sldMk cId="1833837666" sldId="259"/>
        </pc:sldMkLst>
        <pc:spChg chg="mod">
          <ac:chgData name="歓太 萩原" userId="91ec04262d94eeb6" providerId="LiveId" clId="{07D29D2F-5D06-4A3B-97CE-3C7CAB3B4D61}" dt="2026-09-09T07:58:54.340" v="469"/>
          <ac:spMkLst>
            <pc:docMk/>
            <pc:sldMk cId="1833837666" sldId="259"/>
            <ac:spMk id="2" creationId="{FA044FA7-113B-5A44-B83B-C1D479161218}"/>
          </ac:spMkLst>
        </pc:spChg>
        <pc:spChg chg="mod">
          <ac:chgData name="歓太 萩原" userId="91ec04262d94eeb6" providerId="LiveId" clId="{07D29D2F-5D06-4A3B-97CE-3C7CAB3B4D61}" dt="2026-09-09T08:01:58.937" v="648"/>
          <ac:spMkLst>
            <pc:docMk/>
            <pc:sldMk cId="1833837666" sldId="259"/>
            <ac:spMk id="3" creationId="{AF0E82EF-6880-0623-59FA-1FA1DF924E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533FE-0A11-CF9B-8664-D6BB495B5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98EAB30-476F-DDA5-8D5F-E14DC36B6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885930-71BD-99EB-5F5F-64BBFD156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BB0FDE-5511-BCDA-6203-DAC7CBCA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9C92CB-4996-0D33-D692-957E5C9A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68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796EF-74BA-BAFB-7000-FF12CB20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DAA9DC-FCE5-4A5C-F02B-15F539C93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4DAD6C-7FED-37D6-EB99-4677F93B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F7CDF8-ECD0-DDF2-AD17-12C8546F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B18ED7-D680-A437-5E06-6955F0AF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70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A72F41-4F98-E380-BA59-8CD2041B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4B2DB7-125E-ACDC-733A-B50CED514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7CA32C-DDBE-2A2C-46AA-D469D100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EA5D05-1802-B40D-063E-9DE0108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BF6100-415B-8519-D8F4-FE5723AB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19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48486B-32FC-9AB8-D608-BEBD9007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5DF0F-5A0D-D453-1E6F-59E133BAC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2F056E-7CBA-F429-C659-2D76AC597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11566C-BCC9-80FE-545D-90061DB0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0246B7-203C-A464-F69F-C32A8861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61144-298A-B30E-D5E2-715F72C9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78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9DEBA-F93B-DD24-C51A-A1590DCF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BEDAA3-2F17-106F-3DC4-5EECA5917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5506A8-9706-BEF5-494A-BCDEA4DC3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DA16E1-0290-86BD-47C9-93D62DAE9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4F5DF0-82A0-D286-36BC-7568D2ECB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4599DF-13F8-17B3-18AC-17F3146E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1805DA-639E-3B3A-2540-26AA60BB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3E7916-14ED-EB38-B1D4-05048BF3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9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D5F4C6-C241-B1F3-9A56-776E996D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697A9D2-02E4-C16F-1697-342FFC4F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64074F-40B7-9559-9C13-37E45199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575181-8331-405E-B532-17C8F564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55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FB8B9F-FD27-AF0C-0323-9E9D5CCAE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97D8315-60B2-9843-E3D6-2AD66111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D368E5-112C-1EC0-A87C-9F7BF058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82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E99A4E-CF2F-A5E9-0DBF-8670D3BF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4B0F26-2E49-C182-D09A-3776CFED1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537D51-E6FE-D9EC-49C8-038B82699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CBF4A2-B8A1-939C-51E3-23037A25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BDB6D4-D9F1-CEBD-9159-7F35ADC6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DFADA0-9320-269C-1034-AD52C72B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93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EB5795-10DD-BA42-3CF6-17956887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3EA5714-72A9-E057-FB8D-C980FCBFA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85A9E8-F086-0BD4-DF83-804E4E58C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B689DD-F1A2-5FDA-F802-F13E945E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9E0112-9218-E810-3AE2-6047F506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C56F92-CF18-043C-C6A7-8E367FE9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52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3E3613-5442-15A9-229F-4327DF24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AC9518-C9BD-BBB5-AD73-E01DD3CCC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7A8053-F24B-7E07-6CF4-5005DF602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D6F8BC-29ED-B20C-A9C4-F51385CA6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1F079F-86D3-35DD-76A8-6A3FFB68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30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2C9C5C1-6CBD-BCC6-1B3A-012028A98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671C70-D1C9-98FF-AA7E-4E2092C77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83E3D5-DE63-4AD2-7698-57E0AC12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98E67-6A80-697F-B868-875DA920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E491C7-DE76-261E-4E0E-092A1BBE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49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B44966-9717-75CB-2B40-D0DFF76D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4291B8-1DDA-AD16-6636-3678EA584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431F66-EC6E-E47E-F6CF-EE972880D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02FDE-174F-4490-9FCE-97CA82A6E92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6008D0-9DD6-B922-47EF-236C9C4C3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C5C899-10F3-A8DC-5FDC-EED52E817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64837-F378-4E58-8963-7F7032C020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05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DB263D-12D5-4256-D990-D1B6C62BE3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Re:Place</a:t>
            </a:r>
            <a:r>
              <a:rPr kumimoji="1" lang="en-US" altLang="ja-JP" dirty="0"/>
              <a:t> </a:t>
            </a:r>
            <a:r>
              <a:rPr kumimoji="1" lang="ja-JP" altLang="en-US" dirty="0"/>
              <a:t>発表資料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F448C0-C117-5482-308C-2222573CD9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萩原、宗片、須賀川、日野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457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4E079D-2616-9DE5-46B4-D41D464D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開発するもの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A81893-D591-6A9A-977D-FB40F2A19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一度訪れた場所を自動で思い出として記録するアプリ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地図上に一度訪れた場所のピンが表示され、そこから自分が撮った写真や一言メモなどにアクセスできるイメージ</a:t>
            </a:r>
          </a:p>
        </p:txBody>
      </p:sp>
    </p:spTree>
    <p:extLst>
      <p:ext uri="{BB962C8B-B14F-4D97-AF65-F5344CB8AC3E}">
        <p14:creationId xmlns:p14="http://schemas.microsoft.com/office/powerpoint/2010/main" val="61943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7CB300-E463-060D-F7AD-EE80A562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開発動機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AE4C42-D9FE-2E88-898A-EFF08ABD8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dirty="0"/>
              <a:t>せっかく訪れた場所でも、後から『ここどこだっけ？』となってしまうことがある」という経験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⇒思い出を記録できたらそれを他の人にも共有できる！</a:t>
            </a:r>
          </a:p>
        </p:txBody>
      </p:sp>
    </p:spTree>
    <p:extLst>
      <p:ext uri="{BB962C8B-B14F-4D97-AF65-F5344CB8AC3E}">
        <p14:creationId xmlns:p14="http://schemas.microsoft.com/office/powerpoint/2010/main" val="371601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44FA7-113B-5A44-B83B-C1D479161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開発計画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0E82EF-6880-0623-59FA-1FA1DF924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まだざっくりとしたアイデアしか出せなかったので、どんな機能が欲しいか、必要かを改めて考え直し、実装に移る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33837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120</Words>
  <Application>Microsoft Office PowerPoint</Application>
  <PresentationFormat>ワイド画面</PresentationFormat>
  <Paragraphs>11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Re:Place 発表資料</vt:lpstr>
      <vt:lpstr>開発するもの</vt:lpstr>
      <vt:lpstr>開発動機</vt:lpstr>
      <vt:lpstr>開発計画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歓太 萩原</dc:creator>
  <cp:lastModifiedBy>歓太 萩原</cp:lastModifiedBy>
  <cp:revision>1</cp:revision>
  <dcterms:created xsi:type="dcterms:W3CDTF">2026-09-09T07:47:48Z</dcterms:created>
  <dcterms:modified xsi:type="dcterms:W3CDTF">2026-09-09T08:05:43Z</dcterms:modified>
</cp:coreProperties>
</file>