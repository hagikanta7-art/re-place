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E72D71-81E2-4D4F-AD27-A4CBADA9D01D}" v="14" dt="2026-09-09T08:21:33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歓太 萩原" userId="91ec04262d94eeb6" providerId="LiveId" clId="{07D29D2F-5D06-4A3B-97CE-3C7CAB3B4D61}"/>
    <pc:docChg chg="modSld">
      <pc:chgData name="歓太 萩原" userId="91ec04262d94eeb6" providerId="LiveId" clId="{07D29D2F-5D06-4A3B-97CE-3C7CAB3B4D61}" dt="2026-09-09T08:21:35.907" v="156" actId="403"/>
      <pc:docMkLst>
        <pc:docMk/>
      </pc:docMkLst>
      <pc:sldChg chg="addSp modSp mod">
        <pc:chgData name="歓太 萩原" userId="91ec04262d94eeb6" providerId="LiveId" clId="{07D29D2F-5D06-4A3B-97CE-3C7CAB3B4D61}" dt="2026-09-09T08:21:35.907" v="156" actId="403"/>
        <pc:sldMkLst>
          <pc:docMk/>
          <pc:sldMk cId="0" sldId="258"/>
        </pc:sldMkLst>
        <pc:spChg chg="mod">
          <ac:chgData name="歓太 萩原" userId="91ec04262d94eeb6" providerId="LiveId" clId="{07D29D2F-5D06-4A3B-97CE-3C7CAB3B4D61}" dt="2026-09-09T08:18:25.879" v="22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歓太 萩原" userId="91ec04262d94eeb6" providerId="LiveId" clId="{07D29D2F-5D06-4A3B-97CE-3C7CAB3B4D61}" dt="2026-09-09T08:20:12.218" v="26" actId="14100"/>
          <ac:spMkLst>
            <pc:docMk/>
            <pc:sldMk cId="0" sldId="258"/>
            <ac:spMk id="10" creationId="{00000000-0000-0000-0000-000000000000}"/>
          </ac:spMkLst>
        </pc:spChg>
        <pc:spChg chg="add mod">
          <ac:chgData name="歓太 萩原" userId="91ec04262d94eeb6" providerId="LiveId" clId="{07D29D2F-5D06-4A3B-97CE-3C7CAB3B4D61}" dt="2026-09-09T08:21:35.907" v="156" actId="403"/>
          <ac:spMkLst>
            <pc:docMk/>
            <pc:sldMk cId="0" sldId="258"/>
            <ac:spMk id="16" creationId="{E3CAEF87-AA91-C519-C3EF-2EDC48E57C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92000" y="4258000"/>
            <a:ext cx="3600000" cy="3600000"/>
          </a:xfrm>
          <a:prstGeom prst="ellipse">
            <a:avLst/>
          </a:prstGeom>
          <a:solidFill>
            <a:srgbClr val="1E4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42000" y="-700000"/>
            <a:ext cx="2000000" cy="2000000"/>
          </a:xfrm>
          <a:prstGeom prst="ellipse">
            <a:avLst/>
          </a:prstGeom>
          <a:noFill/>
          <a:ln w="25400">
            <a:solidFill>
              <a:srgbClr val="1E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760000"/>
            <a:ext cx="10509504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>
                <a:solidFill>
                  <a:srgbClr val="4CA1AF"/>
                </a:solidFill>
                <a:latin typeface="Yu Gothic"/>
                <a:cs typeface="Yu Gothic"/>
              </a:rPr>
              <a:t>アイデアソン 発表資料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80000"/>
            <a:ext cx="10509504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600" b="1">
                <a:solidFill>
                  <a:srgbClr val="E8674C"/>
                </a:solidFill>
                <a:latin typeface="Segoe UI"/>
                <a:cs typeface="Segoe UI"/>
              </a:rPr>
              <a:t>Re:</a:t>
            </a:r>
            <a:r>
              <a:rPr sz="9600" b="1">
                <a:solidFill>
                  <a:srgbClr val="FFFFFF"/>
                </a:solidFill>
                <a:latin typeface="Segoe UI"/>
                <a:cs typeface="Segoe UI"/>
              </a:rPr>
              <a:t>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71248" y="3760000"/>
            <a:ext cx="1180000" cy="64000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1248" y="4030000"/>
            <a:ext cx="10509504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EDF2F1"/>
                </a:solidFill>
                <a:latin typeface="Yu Gothic"/>
                <a:cs typeface="Yu Gothic"/>
              </a:rPr>
              <a:t>訪れた場所が、自動で「思い出の地図」になる。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48" y="5760000"/>
            <a:ext cx="10509504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E8674C"/>
                </a:solidFill>
                <a:latin typeface="Segoe UI"/>
                <a:cs typeface="Segoe UI"/>
              </a:rPr>
              <a:t>●  </a:t>
            </a:r>
            <a:r>
              <a:rPr sz="1500" b="0">
                <a:solidFill>
                  <a:srgbClr val="C9D6D9"/>
                </a:solidFill>
                <a:latin typeface="Yu Gothic"/>
                <a:cs typeface="Yu Gothic"/>
              </a:rPr>
              <a:t>萩原　　宗片　　須賀川　　日野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50752" y="5760000"/>
            <a:ext cx="20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C797F"/>
                </a:solidFill>
                <a:latin typeface="Segoe UI"/>
                <a:cs typeface="Segoe UI"/>
              </a:rPr>
              <a:t>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30000"/>
            <a:ext cx="22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600" b="0">
                <a:solidFill>
                  <a:srgbClr val="F0C9BE"/>
                </a:solidFill>
                <a:latin typeface="Bahnschrift SemiBold"/>
                <a:cs typeface="Bahnschrift SemiBold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91248" y="580000"/>
            <a:ext cx="8859504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E8674C"/>
                </a:solidFill>
                <a:latin typeface="Segoe UI"/>
                <a:cs typeface="Segoe UI"/>
              </a:rPr>
              <a:t>WHAT WE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91248" y="860000"/>
            <a:ext cx="8859504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14303D"/>
                </a:solidFill>
                <a:latin typeface="Yu Gothic"/>
                <a:cs typeface="Yu Gothic"/>
              </a:rPr>
              <a:t>開発するもの</a:t>
            </a:r>
          </a:p>
        </p:txBody>
      </p:sp>
      <p:sp>
        <p:nvSpPr>
          <p:cNvPr id="5" name="Rectangle 4"/>
          <p:cNvSpPr/>
          <p:nvPr/>
        </p:nvSpPr>
        <p:spPr>
          <a:xfrm>
            <a:off x="2491248" y="1610000"/>
            <a:ext cx="760000" cy="52000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2110000"/>
            <a:ext cx="10509504" cy="1250000"/>
          </a:xfrm>
          <a:prstGeom prst="roundRect">
            <a:avLst>
              <a:gd name="adj" fmla="val 12000"/>
            </a:avLst>
          </a:prstGeom>
          <a:solidFill>
            <a:srgbClr val="14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Yu Gothic"/>
                <a:cs typeface="Yu Gothic"/>
              </a:rPr>
              <a:t>一度訪れた場所を、自動で"思い出"として記録するアプリ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670000"/>
            <a:ext cx="52000" cy="820000"/>
          </a:xfrm>
          <a:prstGeom prst="rect">
            <a:avLst/>
          </a:prstGeom>
          <a:solidFill>
            <a:srgbClr val="4CA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1248" y="3610000"/>
            <a:ext cx="10279504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242B2E"/>
                </a:solidFill>
                <a:latin typeface="Yu Gothic"/>
                <a:cs typeface="Yu Gothic"/>
              </a:rPr>
              <a:t>地図上に訪れた場所のピンが並び、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242B2E"/>
                </a:solidFill>
                <a:latin typeface="Yu Gothic"/>
                <a:cs typeface="Yu Gothic"/>
              </a:rPr>
              <a:t>そこから自分が撮った写真や一言メモにアクセスできる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790000"/>
            <a:ext cx="3263168" cy="9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14303D"/>
                </a:solidFill>
                <a:latin typeface="Yu Gothic"/>
                <a:cs typeface="Yu Gothic"/>
              </a:rPr>
              <a:t>地図のピン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790000"/>
            <a:ext cx="3263168" cy="56000"/>
          </a:xfrm>
          <a:prstGeom prst="rect">
            <a:avLst/>
          </a:prstGeom>
          <a:solidFill>
            <a:srgbClr val="4CA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24416" y="5020000"/>
            <a:ext cx="36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400" b="1">
                <a:solidFill>
                  <a:srgbClr val="E8674C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4416" y="4790000"/>
            <a:ext cx="3263168" cy="9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14303D"/>
                </a:solidFill>
                <a:latin typeface="Yu Gothic"/>
                <a:cs typeface="Yu Gothic"/>
              </a:rPr>
              <a:t>撮った写真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4416" y="4790000"/>
            <a:ext cx="3263168" cy="56000"/>
          </a:xfrm>
          <a:prstGeom prst="rect">
            <a:avLst/>
          </a:prstGeom>
          <a:solidFill>
            <a:srgbClr val="4CA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7584" y="5020000"/>
            <a:ext cx="36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400" b="1">
                <a:solidFill>
                  <a:srgbClr val="E8674C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7584" y="4790000"/>
            <a:ext cx="3263168" cy="9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14303D"/>
                </a:solidFill>
                <a:latin typeface="Yu Gothic"/>
                <a:cs typeface="Yu Gothic"/>
              </a:rPr>
              <a:t>一言メモ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7584" y="4790000"/>
            <a:ext cx="3263168" cy="56000"/>
          </a:xfrm>
          <a:prstGeom prst="rect">
            <a:avLst/>
          </a:prstGeom>
          <a:solidFill>
            <a:srgbClr val="4CA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5870000"/>
            <a:ext cx="10509504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C797F"/>
                </a:solidFill>
                <a:latin typeface="Yu Gothic"/>
                <a:cs typeface="Yu Gothic"/>
              </a:rPr>
              <a:t>記憶をたどれる "個人の地図" をイメージ。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E8674C"/>
                </a:solidFill>
                <a:latin typeface="Segoe UI"/>
                <a:cs typeface="Segoe UI"/>
              </a:rPr>
              <a:t>Re:</a:t>
            </a:r>
            <a:r>
              <a:rPr sz="1000" b="1">
                <a:solidFill>
                  <a:srgbClr val="14303D"/>
                </a:solidFill>
                <a:latin typeface="Segoe UI"/>
                <a:cs typeface="Segoe UI"/>
              </a:rPr>
              <a:t>Place</a:t>
            </a:r>
            <a:r>
              <a:rPr sz="1000" b="0">
                <a:solidFill>
                  <a:srgbClr val="6C797F"/>
                </a:solidFill>
                <a:latin typeface="Yu Gothic"/>
                <a:cs typeface="Yu Gothic"/>
              </a:rPr>
              <a:t>   ｜   アイデアソン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0752" y="635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C797F"/>
                </a:solidFill>
                <a:latin typeface="Bahnschrift SemiBold"/>
                <a:cs typeface="Bahnschrift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30000"/>
            <a:ext cx="22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600" b="0">
                <a:solidFill>
                  <a:srgbClr val="F0C9BE"/>
                </a:solidFill>
                <a:latin typeface="Bahnschrift SemiBold"/>
                <a:cs typeface="Bahnschrift SemiBold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91248" y="580000"/>
            <a:ext cx="8859504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E8674C"/>
                </a:solidFill>
                <a:latin typeface="Segoe UI"/>
                <a:cs typeface="Segoe UI"/>
              </a:rPr>
              <a:t>WHY WE MAKE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91248" y="860000"/>
            <a:ext cx="8859504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14303D"/>
                </a:solidFill>
                <a:latin typeface="Yu Gothic"/>
                <a:cs typeface="Yu Gothic"/>
              </a:rPr>
              <a:t>開発動機</a:t>
            </a:r>
          </a:p>
        </p:txBody>
      </p:sp>
      <p:sp>
        <p:nvSpPr>
          <p:cNvPr id="5" name="Rectangle 4"/>
          <p:cNvSpPr/>
          <p:nvPr/>
        </p:nvSpPr>
        <p:spPr>
          <a:xfrm>
            <a:off x="2491248" y="1610000"/>
            <a:ext cx="760000" cy="52000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2250000"/>
            <a:ext cx="4874752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41248" y="2060000"/>
            <a:ext cx="900000" cy="400000"/>
          </a:xfrm>
          <a:prstGeom prst="roundRect">
            <a:avLst>
              <a:gd name="adj" fmla="val 50000"/>
            </a:avLst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cs typeface="Yu Gothic"/>
              </a:rPr>
              <a:t>課題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248" y="2815325"/>
            <a:ext cx="4154752" cy="1369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0" dirty="0">
                <a:solidFill>
                  <a:srgbClr val="242B2E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Yu Gothic"/>
              </a:rPr>
              <a:t>「</a:t>
            </a:r>
            <a:r>
              <a:rPr sz="1600" b="0" dirty="0" err="1">
                <a:solidFill>
                  <a:srgbClr val="242B2E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Yu Gothic"/>
              </a:rPr>
              <a:t>せっかく訪れた場所でも</a:t>
            </a:r>
            <a:r>
              <a:rPr sz="1600" b="0" dirty="0">
                <a:solidFill>
                  <a:srgbClr val="242B2E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Yu Gothic"/>
              </a:rPr>
              <a:t>、</a:t>
            </a:r>
            <a:r>
              <a:rPr lang="ja-JP" altLang="en-US" sz="1600" b="0" dirty="0">
                <a:solidFill>
                  <a:srgbClr val="242B2E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Yu Gothic"/>
              </a:rPr>
              <a:t>写真だけでは</a:t>
            </a:r>
            <a:endParaRPr sz="1600" b="0" dirty="0">
              <a:solidFill>
                <a:srgbClr val="242B2E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Yu Gothic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242B2E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Yu Gothic"/>
              </a:rPr>
              <a:t>後から“ここどこだっけ</a:t>
            </a:r>
            <a:r>
              <a:rPr sz="1600" b="0" dirty="0">
                <a:solidFill>
                  <a:srgbClr val="242B2E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Yu Gothic"/>
              </a:rPr>
              <a:t>？”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600" b="0" dirty="0" err="1">
                <a:solidFill>
                  <a:srgbClr val="242B2E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Yu Gothic"/>
              </a:rPr>
              <a:t>となってしまう</a:t>
            </a:r>
            <a:r>
              <a:rPr sz="1600" b="0" dirty="0">
                <a:solidFill>
                  <a:srgbClr val="242B2E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Yu Gothic"/>
              </a:rPr>
              <a:t>」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dirty="0" err="1">
                <a:solidFill>
                  <a:srgbClr val="6C797F"/>
                </a:solidFill>
                <a:latin typeface="Yu Gothic"/>
                <a:cs typeface="Yu Gothic"/>
              </a:rPr>
              <a:t>という実体験</a:t>
            </a:r>
            <a:r>
              <a:rPr sz="1400" b="0" dirty="0">
                <a:solidFill>
                  <a:srgbClr val="6C797F"/>
                </a:solidFill>
                <a:latin typeface="Yu Gothic"/>
                <a:cs typeface="Yu Gothic"/>
              </a:rPr>
              <a:t>。</a:t>
            </a:r>
          </a:p>
        </p:txBody>
      </p:sp>
      <p:sp>
        <p:nvSpPr>
          <p:cNvPr id="9" name="Chevron 8"/>
          <p:cNvSpPr/>
          <p:nvPr/>
        </p:nvSpPr>
        <p:spPr>
          <a:xfrm>
            <a:off x="5906000" y="3290000"/>
            <a:ext cx="380000" cy="420000"/>
          </a:xfrm>
          <a:prstGeom prst="chevron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75999" y="2250000"/>
            <a:ext cx="5402733" cy="2500000"/>
          </a:xfrm>
          <a:prstGeom prst="roundRect">
            <a:avLst>
              <a:gd name="adj" fmla="val 6000"/>
            </a:avLst>
          </a:prstGeom>
          <a:solidFill>
            <a:srgbClr val="14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76000" y="2060000"/>
            <a:ext cx="1080000" cy="400000"/>
          </a:xfrm>
          <a:prstGeom prst="roundRect">
            <a:avLst>
              <a:gd name="adj" fmla="val 50000"/>
            </a:avLst>
          </a:prstGeom>
          <a:solidFill>
            <a:srgbClr val="4CA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cs typeface="Yu Gothic"/>
              </a:rPr>
              <a:t>ねらい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6000" y="2250000"/>
            <a:ext cx="4154752" cy="2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EDF2F1"/>
                </a:solidFill>
                <a:latin typeface="Yu Gothic"/>
                <a:cs typeface="Yu Gothic"/>
              </a:rPr>
              <a:t>思い出を記録できれば</a:t>
            </a:r>
            <a:r>
              <a:rPr sz="1700" b="1" dirty="0">
                <a:solidFill>
                  <a:srgbClr val="EDF2F1"/>
                </a:solidFill>
                <a:latin typeface="Yu Gothic"/>
                <a:cs typeface="Yu Gothic"/>
              </a:rPr>
              <a:t>、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EDF2F1"/>
                </a:solidFill>
                <a:latin typeface="Yu Gothic"/>
                <a:cs typeface="Yu Gothic"/>
              </a:rPr>
              <a:t>それを他の人にも</a:t>
            </a:r>
            <a:endParaRPr sz="1700" b="1" dirty="0">
              <a:solidFill>
                <a:srgbClr val="EDF2F1"/>
              </a:solidFill>
              <a:latin typeface="Yu Gothic"/>
              <a:cs typeface="Yu Gothic"/>
            </a:endParaRP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 dirty="0" err="1">
                <a:solidFill>
                  <a:srgbClr val="FFFFFF"/>
                </a:solidFill>
                <a:latin typeface="Yu Gothic"/>
                <a:cs typeface="Yu Gothic"/>
              </a:rPr>
              <a:t>共有できる</a:t>
            </a:r>
            <a:r>
              <a:rPr sz="2100" b="1" dirty="0">
                <a:solidFill>
                  <a:srgbClr val="FFFFFF"/>
                </a:solidFill>
                <a:latin typeface="Yu Gothic"/>
                <a:cs typeface="Yu Gothic"/>
              </a:rPr>
              <a:t>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35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E8674C"/>
                </a:solidFill>
                <a:latin typeface="Segoe UI"/>
                <a:cs typeface="Segoe UI"/>
              </a:rPr>
              <a:t>Re:</a:t>
            </a:r>
            <a:r>
              <a:rPr sz="1000" b="1">
                <a:solidFill>
                  <a:srgbClr val="14303D"/>
                </a:solidFill>
                <a:latin typeface="Segoe UI"/>
                <a:cs typeface="Segoe UI"/>
              </a:rPr>
              <a:t>Place</a:t>
            </a:r>
            <a:r>
              <a:rPr sz="1000" b="0">
                <a:solidFill>
                  <a:srgbClr val="6C797F"/>
                </a:solidFill>
                <a:latin typeface="Yu Gothic"/>
                <a:cs typeface="Yu Gothic"/>
              </a:rPr>
              <a:t>   ｜   アイデアソン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0752" y="635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C797F"/>
                </a:solidFill>
                <a:latin typeface="Bahnschrift SemiBold"/>
                <a:cs typeface="Bahnschrift SemiBold"/>
              </a:rPr>
              <a:t>03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E3CAEF87-AA91-C519-C3EF-2EDC48E57CA7}"/>
              </a:ext>
            </a:extLst>
          </p:cNvPr>
          <p:cNvSpPr txBox="1"/>
          <p:nvPr/>
        </p:nvSpPr>
        <p:spPr>
          <a:xfrm>
            <a:off x="9460667" y="2919809"/>
            <a:ext cx="4154752" cy="11603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ja-JP" altLang="en-US" sz="1700" b="1" dirty="0">
                <a:solidFill>
                  <a:srgbClr val="EDF2F1"/>
                </a:solidFill>
                <a:latin typeface="Yu Gothic"/>
                <a:cs typeface="Yu Gothic"/>
              </a:rPr>
              <a:t>忘れかけている記憶も</a:t>
            </a:r>
            <a:endParaRPr lang="en-US" altLang="ja-JP" sz="1700" b="1" dirty="0">
              <a:solidFill>
                <a:srgbClr val="EDF2F1"/>
              </a:solidFill>
              <a:latin typeface="Yu Gothic"/>
              <a:cs typeface="Yu Gothic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ja-JP" altLang="en-US" sz="1700" b="1" dirty="0">
                <a:solidFill>
                  <a:srgbClr val="EDF2F1"/>
                </a:solidFill>
                <a:latin typeface="Yu Gothic"/>
                <a:cs typeface="Yu Gothic"/>
              </a:rPr>
              <a:t>このアプリで鮮明に</a:t>
            </a:r>
            <a:endParaRPr lang="en-US" altLang="ja-JP" sz="1700" b="1" dirty="0">
              <a:solidFill>
                <a:srgbClr val="EDF2F1"/>
              </a:solidFill>
              <a:latin typeface="Yu Gothic"/>
              <a:cs typeface="Yu Gothic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lang="ja-JP" altLang="en-US" sz="2000" b="1" dirty="0">
                <a:solidFill>
                  <a:srgbClr val="EDF2F1"/>
                </a:solidFill>
                <a:latin typeface="Yu Gothic"/>
                <a:cs typeface="Yu Gothic"/>
              </a:rPr>
              <a:t>思い出せる！</a:t>
            </a:r>
            <a:endParaRPr sz="2000" b="1" dirty="0">
              <a:solidFill>
                <a:srgbClr val="EDF2F1"/>
              </a:solidFill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30000"/>
            <a:ext cx="22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600" b="0">
                <a:solidFill>
                  <a:srgbClr val="F0C9BE"/>
                </a:solidFill>
                <a:latin typeface="Bahnschrift SemiBold"/>
                <a:cs typeface="Bahnschrift SemiBold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91248" y="580000"/>
            <a:ext cx="8859504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E8674C"/>
                </a:solidFill>
                <a:latin typeface="Segoe UI"/>
                <a:cs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91248" y="860000"/>
            <a:ext cx="8859504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14303D"/>
                </a:solidFill>
                <a:latin typeface="Yu Gothic"/>
                <a:cs typeface="Yu Gothic"/>
              </a:rPr>
              <a:t>開発計画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2491248" y="1610000"/>
            <a:ext cx="760000" cy="52000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070000"/>
            <a:ext cx="10509504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242B2E"/>
                </a:solidFill>
                <a:latin typeface="Yu Gothic"/>
                <a:cs typeface="Yu Gothic"/>
              </a:rPr>
              <a:t>現状はざっくりしたアイデア段階。必要な機能を整理して実装フェーズへ。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830000"/>
            <a:ext cx="3263168" cy="20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1248" y="3070000"/>
            <a:ext cx="560000" cy="560000"/>
          </a:xfrm>
          <a:prstGeom prst="ellipse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0">
                <a:solidFill>
                  <a:srgbClr val="FFFFFF"/>
                </a:solidFill>
                <a:latin typeface="Bahnschrift SemiBold"/>
                <a:cs typeface="Bahnschrift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248" y="3770000"/>
            <a:ext cx="2783168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14303D"/>
                </a:solidFill>
                <a:latin typeface="Yu Gothic"/>
                <a:cs typeface="Yu Gothic"/>
              </a:rPr>
              <a:t>アイデアを整理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248" y="4260000"/>
            <a:ext cx="2783168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C797F"/>
                </a:solidFill>
                <a:latin typeface="Yu Gothic"/>
                <a:cs typeface="Yu Gothic"/>
              </a:rPr>
              <a:t>コンセプトと利用シーンを固める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4416" y="3610000"/>
            <a:ext cx="36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E8674C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4416" y="2830000"/>
            <a:ext cx="3263168" cy="20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04416" y="3070000"/>
            <a:ext cx="560000" cy="560000"/>
          </a:xfrm>
          <a:prstGeom prst="ellipse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0">
                <a:solidFill>
                  <a:srgbClr val="FFFFFF"/>
                </a:solidFill>
                <a:latin typeface="Bahnschrift SemiBold"/>
                <a:cs typeface="Bahnschrift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4416" y="3770000"/>
            <a:ext cx="2783168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14303D"/>
                </a:solidFill>
                <a:latin typeface="Yu Gothic"/>
                <a:cs typeface="Yu Gothic"/>
              </a:rPr>
              <a:t>必要な機能を洗い出し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4416" y="4260000"/>
            <a:ext cx="2783168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C797F"/>
                </a:solidFill>
                <a:latin typeface="Yu Gothic"/>
                <a:cs typeface="Yu Gothic"/>
              </a:rPr>
              <a:t>欲しい機能・要る機能を仕分け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7584" y="3610000"/>
            <a:ext cx="36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E8674C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7584" y="2830000"/>
            <a:ext cx="3263168" cy="20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27584" y="3070000"/>
            <a:ext cx="560000" cy="560000"/>
          </a:xfrm>
          <a:prstGeom prst="ellipse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0">
                <a:solidFill>
                  <a:srgbClr val="FFFFFF"/>
                </a:solidFill>
                <a:latin typeface="Bahnschrift SemiBold"/>
                <a:cs typeface="Bahnschrift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7584" y="3770000"/>
            <a:ext cx="2783168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14303D"/>
                </a:solidFill>
                <a:latin typeface="Yu Gothic"/>
                <a:cs typeface="Yu Gothic"/>
              </a:rPr>
              <a:t>実装に移る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7584" y="4260000"/>
            <a:ext cx="2783168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C797F"/>
                </a:solidFill>
                <a:latin typeface="Yu Gothic"/>
                <a:cs typeface="Yu Gothic"/>
              </a:rPr>
              <a:t>MVPを決めて開発を開始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060000"/>
            <a:ext cx="10509504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C797F"/>
                </a:solidFill>
                <a:latin typeface="Yu Gothic"/>
                <a:cs typeface="Yu Gothic"/>
              </a:rPr>
              <a:t>※ まだざっくりとしたアイデアしか出せなかったため、どんな機能が欲しいか・必要かを改めて考え直し、実装に移る。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35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E8674C"/>
                </a:solidFill>
                <a:latin typeface="Segoe UI"/>
                <a:cs typeface="Segoe UI"/>
              </a:rPr>
              <a:t>Re:</a:t>
            </a:r>
            <a:r>
              <a:rPr sz="1000" b="1">
                <a:solidFill>
                  <a:srgbClr val="14303D"/>
                </a:solidFill>
                <a:latin typeface="Segoe UI"/>
                <a:cs typeface="Segoe UI"/>
              </a:rPr>
              <a:t>Place</a:t>
            </a:r>
            <a:r>
              <a:rPr sz="1000" b="0">
                <a:solidFill>
                  <a:srgbClr val="6C797F"/>
                </a:solidFill>
                <a:latin typeface="Yu Gothic"/>
                <a:cs typeface="Yu Gothic"/>
              </a:rPr>
              <a:t>   ｜   アイデアソン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0752" y="635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C797F"/>
                </a:solidFill>
                <a:latin typeface="Bahnschrift SemiBold"/>
                <a:cs typeface="Bahnschrift SemiBold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133</Words>
  <Application>Microsoft Office PowerPoint</Application>
  <PresentationFormat>ワイド画面</PresentationFormat>
  <Paragraphs>54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ＭＳ Ｐゴシック</vt:lpstr>
      <vt:lpstr>Yu Gothic</vt:lpstr>
      <vt:lpstr>Arial</vt:lpstr>
      <vt:lpstr>Bahnschrift SemiBold</vt:lpstr>
      <vt:lpstr>Calibri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歓太 萩原</cp:lastModifiedBy>
  <cp:revision>1</cp:revision>
  <dcterms:created xsi:type="dcterms:W3CDTF">2013-01-27T09:14:16Z</dcterms:created>
  <dcterms:modified xsi:type="dcterms:W3CDTF">2026-09-09T08:21:36Z</dcterms:modified>
  <cp:category/>
</cp:coreProperties>
</file>